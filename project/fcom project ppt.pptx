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878DE3-5BE6-40B2-8622-9B9DC619528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51DEA3-6589-46B2-9EE0-E66BC3C0C6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A72398-0A15-4F5D-9E14-8B71DAD81C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EBF695-93B5-481E-9710-BC2A19A834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B7CF07-50FA-41EA-893E-5341B32F4C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FFC57E-BBB2-4C9A-935D-637CB92801B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7F8FF8-857B-41A7-9884-6942D61A77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DAD990-AA6B-4998-8582-F2D38A49C6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B38DFF-75E5-4F23-AB6B-E5949E4646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4B2EF6-0F96-4A41-9055-2D4DDCB9E9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96D99B-B4A4-404A-AFEF-FCBF54D5AB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40000" y="3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STUDENT MARK ANALYSIS</a:t>
            </a:r>
            <a:endParaRPr b="0" lang="en-US" sz="4400" strike="noStrike" u="sng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260000" y="16200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Mini Project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Class: I B.Sc CS 'B'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Team Members: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Dhiya S.M.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Gughan S.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Gokul M.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Gowri Shankar A.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Hariharan D.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Introduction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This project analyzes student marks using programming logic.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It helps to compute total, average, and grade for each student.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It can identify the highest, lowest, and average performance.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The program uses arrays and functions for efficient computation.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Objectives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To input marks of multiple students.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To calculate total, average, and grade automatically.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To identify top performers and areas needing improvement.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To display results in a structured format.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Problem Statement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Accept marks of students for multiple subjects.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Calculate total and average marks.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Assign grades based on average.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Identify highest and lowest scoring students.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Handle invalid inputs and ensure accurate computation.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Algorithm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Start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Input number of students and subjects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For each student, input marks of all subjects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Calculate total and average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 Assign grade using conditions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Find highest and lowest scorers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 Display results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8. Stop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Implementation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Arrays are used to store marks of multiple students.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Functions are implemented to calculate totals and averages.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Conditional statements are used for grading logic.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Input and output handled using scanf() and printf().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Error handling ensures valid numeric entries.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10760" y="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Sample Output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40000" y="1054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Enter number of students: 3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Enter marks for 3 subjects for Student 1: 80 75 90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Enter marks for 3 subjects for Student 2: 60 70 65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Enter marks for 3 subjects for Student 3: 95 88 92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Student 1 → Total: 245, Avg: 81.6, Grade: 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Student 2 → Total: 195, Avg: 65.0, Grade: B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Student 3 → Total: 275, Avg: 91.6, Grade: 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Future Enhancements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Integration with database for storing student records.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Graphical visualization of mark trends.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Web-based user interface.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Data export to Excel or PDF.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 Predictive performance analysis using AI.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The Student Mark Analysis system efficiently computes and evaluates student performance.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It reduces manual calculation errors and saves time.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Can be further enhanced for institutional use with database and visualization features.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LibreOffice/25.2.5.2$Windows_X86_64 LibreOffice_project/03d19516eb2e1dd5d4ccd751a0d6f35f35e08022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2025-11-07T21:41:54Z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